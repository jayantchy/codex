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sources
Assumption: this presentation targets Azure Logic Apps Standard Data Mapper because the request mentions XSLT 3.0, .lml, and local testing.
Microsoft Learn: https://learn.microsoft.com/azure/logic-apps/create-maps-data-transformation-visual-studio-code
Microsoft Learn: https://learn.microsoft.com/azure/logic-apps/logic-apps-enterprise-integration-maps
W3C: https://www.w3.org/news/2017/xsl-transformations-xslt-version-3-0-is-now-a-w3c-recommendation/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sources
Microsoft Learn: https://learn.microsoft.com/azure/logic-apps/create-maps-data-transformation-visual-studio-code
Microsoft Learn: https://learn.microsoft.com/azure/logic-apps/logic-apps-enterprise-integration-maps
Microsoft Learn: https://learn.microsoft.com/azure/logic-apps/logic-apps-enterprise-integration-transform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sources
Microsoft Learn: https://learn.microsoft.com/azure/logic-apps/create-maps-data-transformation-visual-studio-code
Microsoft Learn: https://learn.microsoft.com/azure/logic-apps/logic-apps-enterprise-integration-maps
W3C news note: https://www.w3.org/news/2017/xsl-transformations-xslt-version-3-0-is-now-a-w3c-recommendation/
W3C spec: https://www.w3.org/TR/xslt-30/
Caveat: W3C features describe the language standard; Data Mapper exposes a subset through its UI and extension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sources
Microsoft Learn: https://learn.microsoft.com/azure/logic-apps/create-maps-data-transformation-visual-studio-code#limitations-and-known-issues
Microsoft Learn: https://learn.microsoft.com/azure/logic-apps/logic-apps-enterprise-integration-maps
This slide synthesizes tradeoffs from the docs and project structure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sources
Microsoft Learn: https://learn.microsoft.com/azure/logic-apps/logic-apps-enterprise-integration-maps
Microsoft Learn: https://learn.microsoft.com/azure/logic-apps/logic-apps-enterprise-integration-transform
Microsoft Learn: https://learn.microsoft.com/azure/logic-apps/create-maps-data-transformation-visual-studio-code
Inference note: the coexistence recommendation is a practical reading of the documented actions and artifact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sources
Microsoft Learn limitations: https://learn.microsoft.com/azure/logic-apps/create-maps-data-transformation-visual-studio-code#limitations-and-known-issues
Microsoft Learn save/test flow: https://learn.microsoft.com/azure/logic-apps/create-maps-data-transformation-visual-studio-code#test-your-map
Azure Logic Apps releases page: https://github.com/Azure/logicapps/releases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sources
Microsoft Learn artifact locations: https://learn.microsoft.com/azure/logic-apps/create-maps-data-transformation-visual-studio-code#save-your-map
Microsoft Learn project structure and local.settings.json guidance: https://learn.microsoft.com/azure/logic-apps/devops-deployment-single-tenant-azure-logic-apps
Microsoft Learn map upload to project folders: https://learn.microsoft.com/azure/logic-apps/logic-apps-enterprise-integration-maps#add-map-to-standard-logic-app-resource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sources
Microsoft Learn overview: https://learn.microsoft.com/azure/logic-apps/devops-deployment-single-tenant-azure-logic-apps
Microsoft Learn automation: https://learn.microsoft.com/azure/logic-apps/automate-build-deployment-standard
The note about GitHub Actions is an implementation recommendation based on the documented generic artifact model, not a Microsoft-generated scaffold.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sources
This slide summarizes the prior evidence rather than introducing new sources.
Core references: Microsoft Learn Data Mapper, maps, Transform XML, DevOps deployment, and Azure Logic Apps releases.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sources
Research notes file: deliverables/azure-data-mapper-presentation/research-notes.md
Microsoft Learn: https://learn.microsoft.com/azure/logic-apps/create-maps-data-transformation-visual-studio-code
Microsoft Learn: https://learn.microsoft.com/azure/logic-apps/logic-apps-enterprise-integration-maps
Microsoft Learn: https://learn.microsoft.com/azure/logic-apps/logic-apps-enterprise-integration-transform
Microsoft Learn: https://learn.microsoft.com/azure/logic-apps/devops-deployment-single-tenant-azure-logic-apps
Microsoft Learn: https://learn.microsoft.com/azure/logic-apps/automate-build-deployment-standard
GitHub releases: https://github.com/Azure/logicapps/releases
W3C: https://www.w3.org/news/2017/xsl-transformations-xslt-version-3-0-is-now-a-w3c-recommendation/
W3C spec: https://www.w3.org/TR/xslt-30/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x_MASTER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-502920"/>
            <a:ext cx="4114800" cy="4114800"/>
          </a:xfrm>
          <a:prstGeom prst="ellipse">
            <a:avLst/>
          </a:prstGeom>
          <a:solidFill>
            <a:srgbClr val="005A9E">
              <a:alpha val="82000"/>
            </a:srgbClr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02920"/>
            <a:ext cx="2194560" cy="2194560"/>
          </a:xfrm>
          <a:prstGeom prst="ellipse">
            <a:avLst/>
          </a:prstGeom>
          <a:solidFill>
            <a:srgbClr val="00B7C3">
              <a:alpha val="72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074920"/>
            <a:ext cx="2286000" cy="2286000"/>
          </a:xfrm>
          <a:prstGeom prst="ellipse">
            <a:avLst/>
          </a:prstGeom>
          <a:solidFill>
            <a:srgbClr val="C0841A">
              <a:alpha val="84000"/>
            </a:srgbClr>
          </a:solidFill>
          <a:ln w="12700">
            <a:solidFill>
              <a:srgbClr val="C084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566928"/>
            <a:ext cx="2331720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61264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LOGIC APPS STANDARD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124712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Data Mapper for Mapping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cases, XSLT 3.0, tradeoffs, XSLT 1.0 coexistence, local testing issues, and team-friendly CI/CD.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C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snapshot: June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170432" cy="310896"/>
          </a:xfrm>
          <a:prstGeom prst="roundRect">
            <a:avLst>
              <a:gd name="adj" fmla="val 17647"/>
            </a:avLst>
          </a:prstGeom>
          <a:solidFill>
            <a:srgbClr val="005A9E"/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246120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93392" y="320040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3246120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XSLT 3.0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28416" y="320040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2461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82896" y="32004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24612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testing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C0841A"/>
          </a:solidFill>
          <a:ln w="12700">
            <a:solidFill>
              <a:srgbClr val="C08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324612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466344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818888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XML / JSON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4663440"/>
            <a:ext cx="1874520" cy="56692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82803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XML / JSON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4828032"/>
            <a:ext cx="411480" cy="274320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4590288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474573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Mapper (.lml)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57800" y="4828032"/>
            <a:ext cx="411480" cy="274320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4590288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084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474573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.xslt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43800" y="4828032"/>
            <a:ext cx="411480" cy="274320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4462272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28432" y="4617720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using Data Mapper XSLT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606247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from Microsoft Learn, Azure/logicapps release notes, and the W3C XSLT 3.0 standard.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3891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9224" y="48463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Data Mapper Fits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1307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feature is built for Logic Apps Standard projects that need schema-driven transformations inside a workflow.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" y="1764792"/>
            <a:ext cx="1097280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641908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Azure Logic Apps releases, W3C XSLT 3.0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210312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5856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files (.xsd / .json)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2340864"/>
            <a:ext cx="347472" cy="274320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210312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225856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map (.lml)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19472" y="2340864"/>
            <a:ext cx="347472" cy="274320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0368" y="210312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08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258568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map (.xslt)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95744" y="2340864"/>
            <a:ext cx="347472" cy="274320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210312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9792" y="225856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2340864"/>
            <a:ext cx="347472" cy="274320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210312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45752" y="225856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app / partner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" y="306324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3063240"/>
            <a:ext cx="73152" cy="1325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1821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B2B and partner messages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3474720"/>
            <a:ext cx="239572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Orders, invoices, and trading-partner schema changes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Canonical model conversion before routing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547872" y="306324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47872" y="3063240"/>
            <a:ext cx="73152" cy="132588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12464" y="31821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and SaaS integration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712464" y="3474720"/>
            <a:ext cx="239572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XML/XML and JSON/JSON reshaping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Prepare payloads for ERP, SAP, SQL, or downstream APIs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45936" y="306324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45936" y="3063240"/>
            <a:ext cx="73152" cy="1325880"/>
          </a:xfrm>
          <a:prstGeom prst="rect">
            <a:avLst/>
          </a:prstGeom>
          <a:solidFill>
            <a:srgbClr val="C0841A"/>
          </a:solidFill>
          <a:ln w="12700">
            <a:solidFill>
              <a:srgbClr val="C084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31821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Edge-case logic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510528" y="3474720"/>
            <a:ext cx="239572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custom XML functions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Execute XPath or Run XSLT when drag-and-drop is not enough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144000" y="3063240"/>
            <a:ext cx="2286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44000" y="3063240"/>
            <a:ext cx="73152" cy="1325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08592" y="31821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Local-first workflow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308592" y="3474720"/>
            <a:ext cx="202996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Design and test before Azure deployment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Then upload or package artifacts into the Standard app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49808" y="4736592"/>
            <a:ext cx="10680192" cy="1051560"/>
          </a:xfrm>
          <a:prstGeom prst="roundRect">
            <a:avLst>
              <a:gd name="adj" fmla="val 5217"/>
            </a:avLst>
          </a:prstGeom>
          <a:solidFill>
            <a:srgbClr val="F3F7FC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9808" y="4736592"/>
            <a:ext cx="73152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485546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fit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14400" y="5148072"/>
            <a:ext cx="104241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Mapper is strongest when the team wants deterministic, schema-aware transforms that live beside the workflow code and can move through source control and deployment pipelines like any other app artifact.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3891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9224" y="48463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XSLT 3.0: What It Means Here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1307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documents XSLT 3.0 support in Logic Apps maps, while W3C defines the broader capability set behind the language.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" y="1764792"/>
            <a:ext cx="1097280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641908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Azure Logic Apps releases, W3C XSLT 3.0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2084832"/>
            <a:ext cx="502920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084832"/>
            <a:ext cx="73152" cy="3520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03704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Microsoft documents in Data Mapper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96312"/>
            <a:ext cx="4773168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Standard workflows support map types XSLT, XSLT 2.0, and XSLT 3.0.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Saving a map generates two artifacts: a visual .lml file and a runtime .xslt file.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Custom XML functions are described as XSLT 3.0 style functions.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 XSLT can execute external snippets stored under Artifacts/DataMapper/Extensions/InlineXSLT.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 Mapper maps are called through Transform using Data Mapper XSLT.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61888" y="2084832"/>
            <a:ext cx="5468112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61888" y="2084832"/>
            <a:ext cx="73152" cy="352044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20370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XSLT 3.0 adds at the standard level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2496312"/>
            <a:ext cx="5212080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Streaming for large transforms without holding the entire document in memory.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Packages for modular stylesheet design.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Higher-order functions via XPath 3.0.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Map and array support via XPath 3.1 additions.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Better fit for reusable transformation libraries than legacy XSLT 1.0 alone.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5779008"/>
            <a:ext cx="10680192" cy="530352"/>
          </a:xfrm>
          <a:prstGeom prst="roundRect">
            <a:avLst>
              <a:gd name="adj" fmla="val 10345"/>
            </a:avLst>
          </a:prstGeom>
          <a:solidFill>
            <a:srgbClr val="FFF9E9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5779008"/>
            <a:ext cx="73152" cy="530352"/>
          </a:xfrm>
          <a:prstGeom prst="rect">
            <a:avLst/>
          </a:prstGeom>
          <a:solidFill>
            <a:srgbClr val="C0841A"/>
          </a:solidFill>
          <a:ln w="12700">
            <a:solidFill>
              <a:srgbClr val="C08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89788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takeaway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6190488"/>
            <a:ext cx="104241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Azure teams, XSLT 3.0 matters less as a buzzword and more as a way to keep advanced transform logic explicit, portable, and versionable inside the Standard project.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3891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9224" y="48463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Advantages vs Disadvantages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1307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feature is productive for schema-led teams, but it still has important authoring and portability limits.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" y="1764792"/>
            <a:ext cx="1097280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641908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Azure Logic Apps releases, W3C XSLT 3.0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2084832"/>
            <a:ext cx="5120640" cy="3840480"/>
          </a:xfrm>
          <a:prstGeom prst="roundRect">
            <a:avLst>
              <a:gd name="adj" fmla="val 1429"/>
            </a:avLst>
          </a:prstGeom>
          <a:solidFill>
            <a:srgbClr val="F4FBF5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084832"/>
            <a:ext cx="73152" cy="3840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03704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96312"/>
            <a:ext cx="4864608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Visual mapping plus generated XSLT keeps the design and runtime views connected.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Local test panel shortens feedback loops before deployment.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XSLT 3.0 style custom functions allow more expressive transforms.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Artifacts live in the Standard project, so Git and CI/CD fit naturally.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Good for deterministic B2B and enterprise integration scenarios.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084832"/>
            <a:ext cx="5120640" cy="3840480"/>
          </a:xfrm>
          <a:prstGeom prst="roundRect">
            <a:avLst>
              <a:gd name="adj" fmla="val 1429"/>
            </a:avLst>
          </a:prstGeom>
          <a:solidFill>
            <a:srgbClr val="FFF5F5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084832"/>
            <a:ext cx="73152" cy="3840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203704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73952" y="2496312"/>
            <a:ext cx="4864608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Authoring is currently Visual Studio Code only and Windows only.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 Mapper works only inside Standard logic app projects.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Maps must run through Transform using Data Mapper XSLT, not generic Transform XML.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You have to maintain both .lml and .xslt in the repo.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Some functions and local test behaviors still have known edge cases.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6062472"/>
            <a:ext cx="10680192" cy="411480"/>
          </a:xfrm>
          <a:prstGeom prst="roundRect">
            <a:avLst>
              <a:gd name="adj" fmla="val 13333"/>
            </a:avLst>
          </a:prstGeom>
          <a:solidFill>
            <a:srgbClr val="F3F7FC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6062472"/>
            <a:ext cx="73152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618134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Bottom line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6473952"/>
            <a:ext cx="10424160" cy="-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fit for governed transformations in Logic Apps Standard; weaker fit if the team needs cross-platform visual authoring or a single-file map model.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3891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9224" y="48463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Compatibility with XSLT 1.0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1307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Compatibility is real, but it is operational coexistence more than a one-click authoring migration.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" y="1764792"/>
            <a:ext cx="1097280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641908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Azure Logic Apps releases, W3C XSLT 3.0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2084832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F4FBF5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084832"/>
            <a:ext cx="73152" cy="3611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0370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remains compatible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96312"/>
            <a:ext cx="3081528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Logic Apps still supports legacy XSLT maps.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Transform XML remains the action for classic map execution.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Visual Studio 2019 Enterprise Integration Tools still generate XSLT-based maps.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Microsoft lists XSLT, XSLT 2.0, and XSLT 3.0 as supported map types.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25696" y="2084832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FFF5F5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25696" y="2084832"/>
            <a:ext cx="73152" cy="3611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20370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not drop-in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0288" y="2496312"/>
            <a:ext cx="3081528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 Mapper-generated maps use a different action: Transform using Data Mapper XSLT.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 Mapper also adds a design artifact: .lml.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authoring surface is Standard-only and Windows-only today.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Portal use needs the map uploaded to the Standard logic app resource.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01584" y="2084832"/>
            <a:ext cx="3328416" cy="3611880"/>
          </a:xfrm>
          <a:prstGeom prst="roundRect">
            <a:avLst>
              <a:gd name="adj" fmla="val 164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1584" y="2084832"/>
            <a:ext cx="73152" cy="3611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220370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migration rule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66176" y="2496312"/>
            <a:ext cx="3072384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Keep stable XSLT 1.0 flows running as-is.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Use Data Mapper for new Standard projects.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Migrate only where local visual editing, custom functions, or repository-based delivery give a clear payoff.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6384" y="5870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Inference: Microsoft documents support and execution paths clearly, but it does not describe Data Mapper as a universal replacement for every older XSLT authoring path.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3891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9224" y="48463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Testing: Bugs and Sharp Edges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1307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docs and release notes show a feature that is usable, but still not friction-free for local authoring.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" y="1764792"/>
            <a:ext cx="1097280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641908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Azure Logic Apps releases, W3C XSLT 3.0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2103120"/>
            <a:ext cx="3337560" cy="1115568"/>
          </a:xfrm>
          <a:prstGeom prst="roundRect">
            <a:avLst>
              <a:gd name="adj" fmla="val 4918"/>
            </a:avLst>
          </a:prstGeom>
          <a:solidFill>
            <a:srgbClr val="FFF5F5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103120"/>
            <a:ext cx="73152" cy="11155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2199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limit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514600"/>
            <a:ext cx="30815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Authoring currently works only in Visual Studio Code on Windows.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25696" y="2103120"/>
            <a:ext cx="3337560" cy="1115568"/>
          </a:xfrm>
          <a:prstGeom prst="roundRect">
            <a:avLst>
              <a:gd name="adj" fmla="val 4918"/>
            </a:avLst>
          </a:prstGeom>
          <a:solidFill>
            <a:srgbClr val="FFF5FB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25696" y="2103120"/>
            <a:ext cx="73152" cy="111556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22199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scope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0288" y="2514600"/>
            <a:ext cx="30815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available in the Azure portal and not inside Consumption projects.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01584" y="2103120"/>
            <a:ext cx="3328416" cy="1115568"/>
          </a:xfrm>
          <a:prstGeom prst="roundRect">
            <a:avLst>
              <a:gd name="adj" fmla="val 4918"/>
            </a:avLst>
          </a:prstGeom>
          <a:solidFill>
            <a:srgbClr val="FFF9E9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1584" y="2103120"/>
            <a:ext cx="73152" cy="1115568"/>
          </a:xfrm>
          <a:prstGeom prst="rect">
            <a:avLst/>
          </a:prstGeom>
          <a:solidFill>
            <a:srgbClr val="C0841A"/>
          </a:solidFill>
          <a:ln w="12700">
            <a:solidFill>
              <a:srgbClr val="C08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222199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friction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66176" y="2514600"/>
            <a:ext cx="307238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schema loading is flaky, Microsoft suggests placing files in Artifacts/Schemas and selecting existing files from there.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9808" y="3502152"/>
            <a:ext cx="333756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502152"/>
            <a:ext cx="73152" cy="11155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2102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freshness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3913632"/>
            <a:ext cx="30815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the map before running the local test panel so the latest .xslt is regenerated.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25696" y="3502152"/>
            <a:ext cx="3337560" cy="1115568"/>
          </a:xfrm>
          <a:prstGeom prst="roundRect">
            <a:avLst>
              <a:gd name="adj" fmla="val 4918"/>
            </a:avLst>
          </a:prstGeom>
          <a:solidFill>
            <a:srgbClr val="FFF5F5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25696" y="3502152"/>
            <a:ext cx="73152" cy="11155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362102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 behavior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90288" y="3913632"/>
            <a:ext cx="30815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Filter function handles numeric comparisons correctly, but string comparisons can behave inconsistently.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3502152"/>
            <a:ext cx="3328416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01584" y="3502152"/>
            <a:ext cx="73152" cy="111556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66176" y="362102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Array mapping surprise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66176" y="3913632"/>
            <a:ext cx="307238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arrays get an automatic loop, but child array item mappings still have to be wired manually.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49808" y="4919472"/>
            <a:ext cx="10680192" cy="1051560"/>
          </a:xfrm>
          <a:prstGeom prst="roundRect">
            <a:avLst>
              <a:gd name="adj" fmla="val 5217"/>
            </a:avLst>
          </a:prstGeom>
          <a:solidFill>
            <a:srgbClr val="F3F7FC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9808" y="4919472"/>
            <a:ext cx="73152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03834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Recent product signal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14400" y="5330952"/>
            <a:ext cx="104241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Azure Logic Apps Standard releases page includes a May 25, 2026 note for version 1.19.5 that says a runtime issue with using a logic app as the map source was fixed. That suggests the mapper stack is still actively maturing.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3891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9224" y="48463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Keeping .lml, .xslt, and Related Files in Sync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1307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Data Mapper as code: version the design artifact, the generated XSLT, and the schemas together.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" y="1764792"/>
            <a:ext cx="1097280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641908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Azure Logic Apps releases, W3C XSLT 3.0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2084832"/>
            <a:ext cx="498348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084832"/>
            <a:ext cx="73152" cy="4069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03704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repo layout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96312"/>
            <a:ext cx="4727448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MapDefinitions/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OrderToCanonical.lml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OrderToCanonical.xslt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Schemas/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Order.xsd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CanonicalOrder.xsd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DataMapper/Extensions/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InlineXSLT/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WorkflowA/workflow.json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host.json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2084832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4FBF5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2084832"/>
            <a:ext cx="73152" cy="1965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2203704"/>
            <a:ext cx="5184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 these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53912" y="2496312"/>
            <a:ext cx="5184648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.lml design files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generated .xslt files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schemas, custom functions, inline XSLT, workflow JSON, parameterized connections.json, host.json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4187952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5F5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4187952"/>
            <a:ext cx="73152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4306824"/>
            <a:ext cx="5184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commit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53912" y="4599432"/>
            <a:ext cx="51846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local.settings.json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5376672"/>
            <a:ext cx="5440680" cy="768096"/>
          </a:xfrm>
          <a:prstGeom prst="roundRect">
            <a:avLst>
              <a:gd name="adj" fmla="val 7143"/>
            </a:avLst>
          </a:prstGeom>
          <a:solidFill>
            <a:srgbClr val="FFF9E9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5376672"/>
            <a:ext cx="73152" cy="768096"/>
          </a:xfrm>
          <a:prstGeom prst="rect">
            <a:avLst/>
          </a:prstGeom>
          <a:solidFill>
            <a:srgbClr val="C0841A"/>
          </a:solidFill>
          <a:ln w="12700">
            <a:solidFill>
              <a:srgbClr val="C084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3912" y="5495544"/>
            <a:ext cx="5184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rules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53912" y="5788152"/>
            <a:ext cx="51846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 the extension version, restart VS Code after updates, and keep sample payloads in the repo for repeatable local tests.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3891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9224" y="48463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CI/CD Pattern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1307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Microsoft's official scaffolding is Azure DevOps-centric, but the artifact model also fits GitHub Actions and other pipeline tools.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" y="1764792"/>
            <a:ext cx="1097280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641908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Azure Logic Apps releases, W3C XSLT 3.0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8541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24712" y="199339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7864" y="214884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87752" y="2249424"/>
            <a:ext cx="457200" cy="274320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2148840"/>
            <a:ext cx="310896" cy="310896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18541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36392" y="199339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9544" y="214884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validate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99432" y="2249424"/>
            <a:ext cx="457200" cy="274320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148840"/>
            <a:ext cx="310896" cy="310896"/>
          </a:xfrm>
          <a:prstGeom prst="ellipse">
            <a:avLst/>
          </a:prstGeom>
          <a:solidFill>
            <a:srgbClr val="C0841A"/>
          </a:solidFill>
          <a:ln w="12700">
            <a:solidFill>
              <a:srgbClr val="C08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18541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48072" y="199339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084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21224" y="214884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app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11112" y="2249424"/>
            <a:ext cx="457200" cy="274320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2148840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18541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59752" y="199339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2904" y="214884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infra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22792" y="2249424"/>
            <a:ext cx="457200" cy="274320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2148840"/>
            <a:ext cx="310896" cy="3108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23960" y="218541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71432" y="199339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44584" y="214884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workflow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3154680"/>
            <a:ext cx="3401568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7240" y="3154680"/>
            <a:ext cx="73152" cy="24871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" y="327355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 pipeline pieces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41832" y="3566160"/>
            <a:ext cx="3145536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Parameterize connection references at design time.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Generate infra, CI, and CD scripts from the Azure Logic Apps Standard extension.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workflowparameters/parameters.json for environment-specific packaging.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389120" y="3154680"/>
            <a:ext cx="3401568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89120" y="3154680"/>
            <a:ext cx="73152" cy="248716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327355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CI checks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53712" y="3566160"/>
            <a:ext cx="3145536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Validate JSON and repo structure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Check XSD and XSLT files are well formed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Build the Standard app artifact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 smoke tests after deployment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001000" y="3154680"/>
            <a:ext cx="3401568" cy="2487168"/>
          </a:xfrm>
          <a:prstGeom prst="roundRect">
            <a:avLst>
              <a:gd name="adj" fmla="val 2206"/>
            </a:avLst>
          </a:prstGeom>
          <a:solidFill>
            <a:srgbClr val="F4FBF5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01000" y="3154680"/>
            <a:ext cx="73152" cy="2487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65592" y="327355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principle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165592" y="3566160"/>
            <a:ext cx="3145536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workflow app code from infrastructure. That keeps environment promotion cleaner and reduces the blast radius of simple mapping changes.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3891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9224" y="48463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Working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1307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operating model for a team that wants repeatable mapping delivery without losing developer productivity.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" y="1764792"/>
            <a:ext cx="1097280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641908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Azure Logic Apps releases, W3C XSLT 3.0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2084832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084832"/>
            <a:ext cx="73152" cy="1325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0370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Use Data Mapper for new Standard work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96312"/>
            <a:ext cx="500176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it when the team benefits from visual editing, local testing, and repo-managed transform assets.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6035040" y="2084832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2084832"/>
            <a:ext cx="73152" cy="1325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220370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Keep legacy XSLT 1.0 stable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99632" y="2496312"/>
            <a:ext cx="500176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rewrite proven maps just to modernize the syntax. Migrate only when there is a real delivery or maintainability gain.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749808" y="3767328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767328"/>
            <a:ext cx="73152" cy="1325880"/>
          </a:xfrm>
          <a:prstGeom prst="rect">
            <a:avLst/>
          </a:prstGeom>
          <a:solidFill>
            <a:srgbClr val="C0841A"/>
          </a:solidFill>
          <a:ln w="12700">
            <a:solidFill>
              <a:srgbClr val="C08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86200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Review both design and runtime artifacts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178808"/>
            <a:ext cx="500176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requests should inspect .lml, generated .xslt, schemas, and workflow references together.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6035040" y="3767328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3767328"/>
            <a:ext cx="73152" cy="132588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3886200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Standardize delivery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99632" y="4178808"/>
            <a:ext cx="500176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 connections, exclude local.settings.json, generate deployment assets, and smoke test every environment.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749808" y="5559552"/>
            <a:ext cx="10680192" cy="640080"/>
          </a:xfrm>
          <a:prstGeom prst="roundRect">
            <a:avLst>
              <a:gd name="adj" fmla="val 8571"/>
            </a:avLst>
          </a:prstGeom>
          <a:solidFill>
            <a:srgbClr val="F3F7FC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5559552"/>
            <a:ext cx="731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6784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5971032"/>
            <a:ext cx="10424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Data Mapper is strongest as a governed transformation layer in Logic Apps Standard, not as a universal replacement for every older XSLT authoring path.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3891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9224" y="48463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Trail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1307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 used for this deck. Full URLs and notes are also saved in research-notes.md beside the presentation.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" y="1764792"/>
            <a:ext cx="1097280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641908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Azure Logic Apps releases, W3C XSLT 3.0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2084832"/>
            <a:ext cx="51663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084832"/>
            <a:ext cx="73152" cy="3566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03704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Learn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96312"/>
            <a:ext cx="4910328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Create maps to transform data in logic app workflows with Visual Studio Code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 maps for transform operations to use in workflows created with Azure Logic Apps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Transform XML in workflows with Azure Logic Apps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DevOps deployment for Standard logic app workflows in Azure Logic Apps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Automate build and deployment for Standard logic app workflows with Azure DevOps and Visual Studio 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084832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F4FBF5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084832"/>
            <a:ext cx="73152" cy="1417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203704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product signals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28232" y="2496312"/>
            <a:ext cx="491032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Azure Logic Apps (Standard) GitHub releases page for recent mapper-related fixes and additions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703320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FFF9E9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703320"/>
            <a:ext cx="73152" cy="1417320"/>
          </a:xfrm>
          <a:prstGeom prst="rect">
            <a:avLst/>
          </a:prstGeom>
          <a:solidFill>
            <a:srgbClr val="C0841A"/>
          </a:solidFill>
          <a:ln w="12700">
            <a:solidFill>
              <a:srgbClr val="C08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3822192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28232" y="4114800"/>
            <a:ext cx="491032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W3C XSLT 3.0 Recommendation note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W3C XSLT 3.0 specification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9808" y="5806440"/>
            <a:ext cx="10680192" cy="402336"/>
          </a:xfrm>
          <a:prstGeom prst="roundRect">
            <a:avLst>
              <a:gd name="adj" fmla="val 13636"/>
            </a:avLst>
          </a:prstGeom>
          <a:solidFill>
            <a:srgbClr val="F3F7FC"/>
          </a:solidFill>
          <a:ln w="12700">
            <a:solidFill>
              <a:srgbClr val="D7E3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5806440"/>
            <a:ext cx="73152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925312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Companion file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6217920"/>
            <a:ext cx="10424160" cy="-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deliverables/azure-data-mapper-presentation/research-notes.md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Data Mapper for Mapping</dc:title>
  <dc:subject>Azure Logic Apps Standard Data Mapper</dc:subject>
  <dc:creator>OpenAI Codex</dc:creator>
  <cp:lastModifiedBy>OpenAI Codex</cp:lastModifiedBy>
  <cp:revision>1</cp:revision>
  <dcterms:created xsi:type="dcterms:W3CDTF">2026-06-08T15:33:02Z</dcterms:created>
  <dcterms:modified xsi:type="dcterms:W3CDTF">2026-06-08T15:33:02Z</dcterms:modified>
</cp:coreProperties>
</file>