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sources
Assumption: this targets Azure Logic Apps Standard Data Mapper because the request references XSLT 3.0, .lml, local testing, and VS Code.
Local research file: research-notes.md
Local research file: open-issues-and-git-setup-notes.md
Microsoft Learn: https://learn.microsoft.com/azure/logic-apps/create-maps-data-transformation-visual-studio-code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sources
Microsoft Learn: https://learn.microsoft.com/azure/logic-apps/create-maps-data-transformation-visual-studio-code
Microsoft Learn: https://learn.microsoft.com/azure/logic-apps/logic-apps-enterprise-integration-maps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sources
Local research file: research-notes.md
Microsoft Learn: https://learn.microsoft.com/azure/logic-apps/create-maps-data-transformation-visual-studio-code
Microsoft Learn: https://learn.microsoft.com/azure/logic-apps/logic-apps-enterprise-integration-transform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sources
Local research file: research-notes.md
Microsoft Learn: https://learn.microsoft.com/azure/logic-apps/create-maps-data-transformation-visual-studio-code
Microsoft Learn: https://learn.microsoft.com/azure/logic-apps/logic-apps-enterprise-integration-maps
W3C: https://www.w3.org/TR/xslt-30/
W3C news: https://www.w3.org/news/2017/xsl-transformations-xslt-version-3-0-is-now-a-w3c-recommendation/
Inference note: the W3C feature list describes the language standard; Data Mapper exposes only the capabilities surfaced by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sources
Local research file: research-notes.md
Microsoft Learn: https://learn.microsoft.com/azure/logic-apps/logic-apps-enterprise-integration-maps
Microsoft Learn: https://learn.microsoft.com/azure/logic-apps/logic-apps-enterprise-integration-transform
Inference note: the coexistence recommendation is a practical interpretation of the separate actions and artifact models documented by Microsoft.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sources
Local research file: open-issues-and-git-setup-notes.md
W3C XSLT 1.0: https://www.w3.org/TR/xslt.html
Microsoft Learn maps page: https://learn.microsoft.com/azure/logic-apps/logic-apps-enterprise-integration-maps
Inference note: the absence of a public issue does not prove there is no private bug, only that no current public issue was found in the searched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sources
Local research file: open-issues-and-git-setup-notes.md
GitHub issue search basis: Azure/LogicAppsUX and Azure/logicapps public issues
Examples: #8507, #6205, #6924, #6802, #7623, #9243, #9242, #9250, #9251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sources
Local research file: open-issues-and-git-setup-notes.md
Microsoft Learn local test guidance: https://learn.microsoft.com/azure/logic-apps/create-maps-data-transformation-visual-studio-code#test-your-map
GitHub issue examples: #8507, #6205, #6986, #7894, #8509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sources
Local research file: open-issues-and-git-setup-notes.md
Team onboarding checklist: team-onboarding-checklist.md
GitHub issue examples: #6924, #5415, #6802, #7623, #6824, #7247, #8425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sources
Local research file: open-issues-and-git-setup-notes.md
Companion file: local.settings.sample.json
Companion file: gitignore.logicapps-standard.txt
Microsoft Learn: https://learn.microsoft.com/azure/logic-apps/devops-deployment-single-tenant-azure-logic-apps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sources
Companion file: team-onboarding-checklist.md
Companion file: local.settings.sample.json
Companion file: gitignore.logicapps-standard.txt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sources
Local research file: research-notes.md
Local research file: open-issues-and-git-setup-notes.md
Microsoft Learn: https://learn.microsoft.com/azure/logic-apps/devops-deployment-single-tenant-azure-logic-apps
Microsoft Learn: https://learn.microsoft.com/azure/logic-apps/automate-build-deployment-standard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sources
This slide synthesizes prior findings rather than adding new evidence.
Core local references: research-notes.md, open-issues-and-git-setup-notes.md, team-onboarding-checklist.md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sources
Local file: research-notes.md
Local file: open-issues-and-git-setup-notes.md
Microsoft Learn: https://learn.microsoft.com/azure/logic-apps/create-maps-data-transformation-visual-studio-code
Microsoft Learn: https://learn.microsoft.com/azure/logic-apps/logic-apps-enterprise-integration-maps
Microsoft Learn: https://learn.microsoft.com/azure/logic-apps/devops-deployment-single-tenant-azure-logic-apps
W3C: https://www.w3.org/TR/xslt.html
W3C: https://www.w3.org/TR/xslt-30/
GitHub issues: https://github.com/Azure/LogicAppsUX/issues and https://github.com/Azure/logicapps/issues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_MASTER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94360"/>
            <a:ext cx="4663440" cy="4663440"/>
          </a:xfrm>
          <a:prstGeom prst="ellipse">
            <a:avLst/>
          </a:prstGeom>
          <a:solidFill>
            <a:srgbClr val="005A9E">
              <a:alpha val="86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594360"/>
            <a:ext cx="2377440" cy="2377440"/>
          </a:xfrm>
          <a:prstGeom prst="ellipse">
            <a:avLst/>
          </a:prstGeom>
          <a:solidFill>
            <a:srgbClr val="00A4B4">
              <a:alpha val="74000"/>
            </a:srgbClr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02920" y="4937760"/>
            <a:ext cx="2286000" cy="2286000"/>
          </a:xfrm>
          <a:prstGeom prst="ellipse">
            <a:avLst/>
          </a:prstGeom>
          <a:solidFill>
            <a:srgbClr val="B7791F">
              <a:alpha val="82000"/>
            </a:srgbClr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566928"/>
            <a:ext cx="2359152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61264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LOGIC APPS STANDARD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09728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Data Mapper Deep Dive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from the research Markdown: use cases, XSLT 3.0, XSLT 1.0 CDATA behavior, open issue clusters, local test pain points, and Git-first team delivery.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968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C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snapshot: June 8, 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21868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3192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.lml + .xslt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6758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artifacts to manage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35808" y="321868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33192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XSLT 3.0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45536" y="36758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map type in docs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321868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33192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issues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31536" y="36758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matter for local authoring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07808" y="321868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33192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+ CI/CD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17536" y="367588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when standardized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80060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95604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XML / JSON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2816352" y="5029200"/>
            <a:ext cx="411480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4727448"/>
            <a:ext cx="190195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88289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Mapper (.lml)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5230368" y="5029200"/>
            <a:ext cx="411480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4727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488289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.xslt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7516368" y="5029200"/>
            <a:ext cx="411480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4590288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4745736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using Data Mapper XSLT</a:t>
            </a:r>
            <a:endParaRPr lang="en-US" sz="1090" dirty="0"/>
          </a:p>
        </p:txBody>
      </p:sp>
      <p:sp>
        <p:nvSpPr>
          <p:cNvPr id="34" name="Text 32"/>
          <p:cNvSpPr/>
          <p:nvPr/>
        </p:nvSpPr>
        <p:spPr>
          <a:xfrm>
            <a:off x="749808" y="60624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6C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deliverables/research-notes.md and open-issues-and-git-setup-notes.md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 Mapper Actually Is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Logic Apps Standard, Data Mapper is a VS Code authoring surface that produces runtime XSLT and expects project-based delivery.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1214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7685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 in Artifacts/Schemas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3017520" y="2359152"/>
            <a:ext cx="347472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212140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7685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design in .lml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449824" y="2359152"/>
            <a:ext cx="347472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2121408"/>
            <a:ext cx="1755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2768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.xslt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671816" y="2359152"/>
            <a:ext cx="347472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993392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488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action in Standard app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786384" y="3154680"/>
            <a:ext cx="34747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3154680"/>
            <a:ext cx="73152" cy="2423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264408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Microsoft-documented shape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0976" y="3547872"/>
            <a:ext cx="321868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Works for Azure Logic Apps Standard projects in VS Code.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Saving a map creates Artifacts/MapDefinitions/&lt;name&gt;.lml and Artifacts/Maps/&lt;name&gt;.xslt.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Maps created this way run through Transform using Data Mapper XSLT.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370832" y="3154680"/>
            <a:ext cx="3520440" cy="2423160"/>
          </a:xfrm>
          <a:prstGeom prst="roundRect">
            <a:avLst>
              <a:gd name="adj" fmla="val 2264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0832" y="3154680"/>
            <a:ext cx="73152" cy="24231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3264408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artifact split matters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35424" y="3547872"/>
            <a:ext cx="326440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.lml is the visual design source.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.xslt is the runtime artifact that the workflow executes.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Teams need review rules for both because a future save can overwrite generated output.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001000" y="3154680"/>
            <a:ext cx="3429000" cy="2423160"/>
          </a:xfrm>
          <a:prstGeom prst="roundRect">
            <a:avLst>
              <a:gd name="adj" fmla="val 2264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1000" y="3154680"/>
            <a:ext cx="73152" cy="2423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5592" y="3264408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operational limits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65592" y="3547872"/>
            <a:ext cx="317296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Authoring is VS Code only.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Microsoft documents Windows-only support for the mapper authoring surface.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Local testing works best when the project structure is clean and saved artifacts are current.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86384" y="5806440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F2F7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952744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mental model: Data Mapper is not just a visual helper. It is a project-scoped transformation asset pipeline inside Logic Apps Standard.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Cases and Best Fit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sweet spot is governed, schema-aware transforms that need to travel with the workflow code instead of living as ad hoc transformation logic.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66544"/>
            <a:ext cx="257860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66544"/>
            <a:ext cx="73152" cy="16276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762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B2B payload reshaping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59736"/>
            <a:ext cx="23225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Orders, invoices, AS2 or X12 sidecars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Canonical model conversion before routing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511296" y="2066544"/>
            <a:ext cx="257860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11296" y="2066544"/>
            <a:ext cx="73152" cy="1627632"/>
          </a:xfrm>
          <a:prstGeom prst="rect">
            <a:avLst/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1762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integration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5888" y="2459736"/>
            <a:ext cx="23225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ERP and SAP handoff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Transform partner payloads before HTTP, SQL, or messaging steps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36208" y="2066544"/>
            <a:ext cx="2578608" cy="1627632"/>
          </a:xfrm>
          <a:prstGeom prst="roundRect">
            <a:avLst>
              <a:gd name="adj" fmla="val 3371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2066544"/>
            <a:ext cx="73152" cy="162763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1762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design-test loop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2459736"/>
            <a:ext cx="232257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Test with sample payloads in VS Code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Inspect generated XSLT before deployment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961120" y="2066544"/>
            <a:ext cx="2468880" cy="1627632"/>
          </a:xfrm>
          <a:prstGeom prst="roundRect">
            <a:avLst>
              <a:gd name="adj" fmla="val 3371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2066544"/>
            <a:ext cx="73152" cy="16276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2176272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Edge-case extension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25712" y="2459736"/>
            <a:ext cx="22128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Execute XPath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custom XML functions or Run XSLT for gaps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86384" y="397764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73152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0873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fit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0976" y="4370832"/>
            <a:ext cx="48646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Teams want deterministic transforms that look like code assets, not hidden portal configuration.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Schemas are stable enough to justify managed artifacts.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Pull requests can review map design, generated XSLT, schemas, and workflow references together.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108192" y="3977640"/>
            <a:ext cx="5321808" cy="1828800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3977640"/>
            <a:ext cx="73152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4087368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ideal fit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272784" y="4370832"/>
            <a:ext cx="506577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Cross-platform visual authoring is a requirement today.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team wants a single-file transform model with no generated artifact.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project relies heavily on mapper features that still show instability in public issues.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XSLT 3.0 in the Logic Apps Context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docs tell you what Azure supports operationally, while the W3C spec explains the language capabilities that make modern XSLT more expressive.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66544"/>
            <a:ext cx="5084064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66544"/>
            <a:ext cx="73152" cy="3566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7627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Microsoft documents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59736"/>
            <a:ext cx="4828032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Logic Apps maps support XSLT, XSLT 2.0, and XSLT 3.0 map types.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custom XML functions are described as XSLT 3.0 style functions.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XSLT can call snippets stored under Artifacts/DataMapper/Extensions/InlineXSLT.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maps execute through Transform using Data Mapper XSLT, not the generic Transform XML path.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053328" y="2066544"/>
            <a:ext cx="537667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2066544"/>
            <a:ext cx="73152" cy="3566160"/>
          </a:xfrm>
          <a:prstGeom prst="rect">
            <a:avLst/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762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XSLT 3.0 matters technically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0" y="2459736"/>
            <a:ext cx="512064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Streaming enables more scalable transform patterns for large inputs.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Packages support modular stylesheet organization.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Higher-order functions from XPath 3.0 make complex logic more composable.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Map and array support from XPath 3.1 improves data structure expressiveness.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standard is better suited to reusable transformation libraries than XSLT 1.0 alone.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86384" y="5815584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FFF9EB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961888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read: for Azure teams, XSLT 3.0 is valuable when advanced transform behavior must stay explicit, reviewable, and project-local.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Compatibility with XSLT 1.0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is real, but the right operational model is coexistence rather than assuming Data Mapper is a direct replacement for every legacy flow.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66544"/>
            <a:ext cx="3346704" cy="3566160"/>
          </a:xfrm>
          <a:prstGeom prst="roundRect">
            <a:avLst>
              <a:gd name="adj" fmla="val 1639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66544"/>
            <a:ext cx="73152" cy="3566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762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stays compatible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59736"/>
            <a:ext cx="3090672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Logic Apps still supports classic XSLT maps.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Transform XML remains the normal execution action for legacy XSLT.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Visual Studio 2019 Enterprise Integration Tools still represent older authoring paths.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Microsoft lists XSLT, XSLT 2.0, and XSLT 3.0 as supported map types.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443984" y="2066544"/>
            <a:ext cx="3401568" cy="3566160"/>
          </a:xfrm>
          <a:prstGeom prst="roundRect">
            <a:avLst>
              <a:gd name="adj" fmla="val 1613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3984" y="2066544"/>
            <a:ext cx="73152" cy="3566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217627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not drop-in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08576" y="2459736"/>
            <a:ext cx="3145536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maps execute through a different action.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 Mapper introduces the .lml design artifact.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authoring surface is Standard-only and Windows-only today.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Manual edits to generated .xslt can be overwritten by later mapper saves.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156448" y="2066544"/>
            <a:ext cx="3273552" cy="356616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56448" y="2066544"/>
            <a:ext cx="73152" cy="3566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1762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migration rule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21040" y="2459736"/>
            <a:ext cx="301752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Keep proven XSLT 1.0 maps stable.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Use Data Mapper for new Standard projects where visual authoring or repo-managed assets add value.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Migrate older maps selectively, not by default.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86384" y="5815584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F2F7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961888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from the docs: modernization should be incremental and evidence-based, not a blanket rewrite.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XSLT 1.0 and CDATA: The Real Behavior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CDATA confusion is not an Azure-only bug. It comes from how XML parsers and XSLT 1.0 represent text.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48256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48256"/>
            <a:ext cx="73152" cy="3611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CDATA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41448"/>
            <a:ext cx="3145536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After parsing, CDATA and normal escaped text become text nodes.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XSLT 1.0 normally cannot tell whether text originated from a CDATA wrapper.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 the text value survives even when the CDATA wrapper does not.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389120" y="2048256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048256"/>
            <a:ext cx="73152" cy="3611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1579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CDATA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53712" y="2441448"/>
            <a:ext cx="3145536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Output CDATA is a serialization decision.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 classic XSLT 1.0, that is usually controlled with xsl:output and cdata-section-elements.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If the output serializer is not told to emit CDATA, you should not expect it automatically.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991856" y="2048256"/>
            <a:ext cx="3438144" cy="3611880"/>
          </a:xfrm>
          <a:prstGeom prst="roundRect">
            <a:avLst>
              <a:gd name="adj" fmla="val 1596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91856" y="2048256"/>
            <a:ext cx="73152" cy="36118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2157984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msxsl:script case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56448" y="2441448"/>
            <a:ext cx="3182112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Some XSLT 1.0 style examples wrap C# code in CDATA inside msxsl:script.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That usage is about embedding code safely inside XML.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It is not a payload-preservation mechanism.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86384" y="5815584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F2FBF6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961888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outcome: I did not find a current public Azure open issue specifically targeting CDATA behavior in Data Mapper or Logic Apps.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Open Issue Landscape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signal is not one isolated defect. It is a cluster: transform correctness, schema loading, workspace recognition, and fresh extension instability.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305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4871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test + correctness issues reviewed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0672" y="202996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305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4871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or map-loading issues reviewed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76672" y="202996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305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4871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or tooling issues reviewed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62672" y="2029968"/>
            <a:ext cx="2029968" cy="877824"/>
          </a:xfrm>
          <a:prstGeom prst="roundRect">
            <a:avLst>
              <a:gd name="adj" fmla="val 6250"/>
            </a:avLst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1305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24871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Feature-gap issues reviewed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3246120"/>
            <a:ext cx="261518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246120"/>
            <a:ext cx="73152" cy="2240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3558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testing and transform correctness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69264" y="3639312"/>
            <a:ext cx="235915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#8507 repeating Filter breaks child function paths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#6205 Filter string comparisons fail in tests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#8490 copy fails for JSON array of strings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3584448" y="3246120"/>
            <a:ext cx="2615184" cy="2240280"/>
          </a:xfrm>
          <a:prstGeom prst="roundRect">
            <a:avLst>
              <a:gd name="adj" fmla="val 2449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84448" y="3246120"/>
            <a:ext cx="73152" cy="22402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3558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loading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749040" y="3639312"/>
            <a:ext cx="235915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#6924 referenced JSON schema load failure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#6802 same basename JSON and XML schema confusion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#6391 multi-root schema root selection issue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364224" y="3246120"/>
            <a:ext cx="2615184" cy="2240280"/>
          </a:xfrm>
          <a:prstGeom prst="roundRect">
            <a:avLst>
              <a:gd name="adj" fmla="val 2449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64224" y="3246120"/>
            <a:ext cx="73152" cy="22402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33558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 and bootstrap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28816" y="3639312"/>
            <a:ext cx="235915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#7623 selected folder not recognized as a logic app project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#7247 reopened content causes action-loading issues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#9086 extension bundle path missing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144000" y="3246120"/>
            <a:ext cx="2286000" cy="2240280"/>
          </a:xfrm>
          <a:prstGeom prst="roundRect">
            <a:avLst>
              <a:gd name="adj" fmla="val 2449"/>
            </a:avLst>
          </a:prstGeom>
          <a:solidFill>
            <a:srgbClr val="FFEAEA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0" y="3246120"/>
            <a:ext cx="73152" cy="2240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33558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 June 2026 regressions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308592" y="3639312"/>
            <a:ext cx="202996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#9243 createWorkspace failure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#9242 isNullOrUndefined failure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#9250 path argument undefined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#9251 workflow cannot open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804672" y="5760720"/>
            <a:ext cx="10625328" cy="530352"/>
          </a:xfrm>
          <a:prstGeom prst="roundRect">
            <a:avLst>
              <a:gd name="adj" fmla="val 8621"/>
            </a:avLst>
          </a:prstGeom>
          <a:solidFill>
            <a:srgbClr val="F2F7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" y="5907024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if you are onboarding a team now, version pinning is not optional. The public issue stream points to current extension churn.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Testing Problems and Practical Workarounds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pain points are freshness of generated XSLT, Filter behavior, repeating collections, and test ergonomics.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29968"/>
            <a:ext cx="5166360" cy="4114800"/>
          </a:xfrm>
          <a:prstGeom prst="roundRect">
            <a:avLst>
              <a:gd name="adj" fmla="val 1333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29968"/>
            <a:ext cx="73152" cy="4114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39696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High-signal local test issues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23160"/>
            <a:ext cx="4910328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Save the map before testing so the .xslt is regenerated.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Filter string comparisons are inconsistent enough to deserve caution.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Repeating collections plus child functions can generate the wrong paths.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Multiple test payload switching is still an open usability gap.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Output handoff to the next action can require a Compose-style workaround in some flows.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144768" y="2029968"/>
            <a:ext cx="5285232" cy="4114800"/>
          </a:xfrm>
          <a:prstGeom prst="roundRect">
            <a:avLst>
              <a:gd name="adj" fmla="val 1333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2029968"/>
            <a:ext cx="73152" cy="4114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396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team workaround playbook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50292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Always save before running the test panel.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Commit at least one sample input and expected output for every important map.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Inspect generated .xslt when results look suspicious, especially around Filter and child arrays.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Prefer numeric comparison tests over fragile string-based Filter cases until your exact extension version is proven.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Add a workflow-level smoke test after deployment because local test success is not the entire runtime story.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Loading and Workspace Stability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problems are the ones most likely to affect a cloned repository on another developer machine even before any business logic is touched.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29968"/>
            <a:ext cx="3419856" cy="4069080"/>
          </a:xfrm>
          <a:prstGeom prst="roundRect">
            <a:avLst>
              <a:gd name="adj" fmla="val 1604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29968"/>
            <a:ext cx="73152" cy="4069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396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Schema-loading traps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23160"/>
            <a:ext cx="316382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#6924: referenced JSON schema does not load.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#5415: XSD load null reference failure.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#6802: same basename for JSON and XML schema loads the wrong file.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#6970: UBL schema support/loading remains rough.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407408" y="2029968"/>
            <a:ext cx="3419856" cy="4069080"/>
          </a:xfrm>
          <a:prstGeom prst="roundRect">
            <a:avLst>
              <a:gd name="adj" fmla="val 1604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7408" y="2029968"/>
            <a:ext cx="73152" cy="40690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39696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Workspace-recognition traps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3163824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#7623: selected folder not recognized as a logic app project.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#6824: workflow_designtime host/local settings visibility confusion.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#7247: reopened content causes actions to stop loading.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#8425: designer metadata fetch failures.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28432" y="2029968"/>
            <a:ext cx="3401568" cy="40690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2029968"/>
            <a:ext cx="73152" cy="4069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213969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Team-level mitigation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93024" y="2423160"/>
            <a:ext cx="3145536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Keep schema basenames unique.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Put schemas in Artifacts/Schemas and avoid clever relative paths until validated.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Open the logic app project root, not a subfolder.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Pin VS Code, the Logic Apps Standard extension, and Functions Core Tools versions.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Model: Moving from One Local Setup to Every Developer Machine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safest source-of-truth model is to version the visual map, generated runtime map, schemas, and workflow assets together, while keeping secrets local.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1993392"/>
            <a:ext cx="4846320" cy="422452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1993392"/>
            <a:ext cx="73152" cy="42245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0312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Repo-managed source of truth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386584"/>
            <a:ext cx="4590288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MapDefinitions/*.lml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Maps/*.xslt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Schemas/*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DataMapper/Extensions/Functions/*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DataMapper/Extensions/InlineXSLT/*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folders + workflow.json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connections.json (parameterized)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assets if generated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33872" y="1993392"/>
            <a:ext cx="2615184" cy="1920240"/>
          </a:xfrm>
          <a:prstGeom prst="roundRect">
            <a:avLst>
              <a:gd name="adj" fmla="val 2857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33872" y="1993392"/>
            <a:ext cx="73152" cy="1920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210312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commit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98464" y="2386584"/>
            <a:ext cx="23591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local.settings.json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machine-specific secrets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raw connection keys unless explicitly required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650224" y="1993392"/>
            <a:ext cx="2779776" cy="1920240"/>
          </a:xfrm>
          <a:prstGeom prst="roundRect">
            <a:avLst>
              <a:gd name="adj" fmla="val 2857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50224" y="1993392"/>
            <a:ext cx="73152" cy="19202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14816" y="210312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rule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14816" y="2386584"/>
            <a:ext cx="25237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Treat .lml as the authoring source.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Treat generated .xslt as the runtime artifact.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Document any intentional manual .xslt edits.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833872" y="4151376"/>
            <a:ext cx="5596128" cy="2066544"/>
          </a:xfrm>
          <a:prstGeom prst="roundRect">
            <a:avLst>
              <a:gd name="adj" fmla="val 2655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33872" y="4151376"/>
            <a:ext cx="73152" cy="20665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4261104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keep machines aligned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98464" y="4544568"/>
            <a:ext cx="5340096" cy="1563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Pin VS Code, the extension version, and Functions Core Tools.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Commit local.settings.sample.json and onboarding docs.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Parameterize connections.json.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Review .lml, .xslt, and schema changes in the same pull request.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Onboarding Checklist for a Fresh Clone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operational checklist I would hand to every developer so the project opens consistently and the mapper behaves as predictably as possible.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29968"/>
            <a:ext cx="5230368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29968"/>
            <a:ext cx="73152" cy="4069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3969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steps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23160"/>
            <a:ext cx="4974336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Install the agreed VS Code, Logic Apps Standard extension, and Functions Core Tools versions.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the logic app project root, not Artifacts/Maps or another subfolder.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Copy local.settings.sample.json to local.settings.json and fill environment-specific values.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Verify Artifacts/MapDefinitions, Artifacts/Maps, and Artifacts/Schemas are present.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0" y="2029968"/>
            <a:ext cx="521208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29968"/>
            <a:ext cx="73152" cy="4069080"/>
          </a:xfrm>
          <a:prstGeom prst="rect">
            <a:avLst/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139696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Open, test, and review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82512" y="2423160"/>
            <a:ext cx="4956048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Open the workflow designer and the .lml map.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If schemas fail to load, reselect them from Artifacts/Schemas.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Save before using the test panel and compare against committed sample payloads.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Review .lml and generated .xslt together in pull requests.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Pattern That Survives Team Growth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Microsoft's official flow is Azure DevOps-oriented, but the artifact model is general enough for any pipeline system if the project is parameterized cleanly.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841248" y="20574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1284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map + schema + workflow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2926080" y="2304288"/>
            <a:ext cx="384048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8416" y="2057400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21284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validate JSON / XSD / XSLT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440680" y="2304288"/>
            <a:ext cx="384048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057400"/>
            <a:ext cx="1755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221284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Standard app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690104" y="2304288"/>
            <a:ext cx="384048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205740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221284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infra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9646920" y="2304288"/>
            <a:ext cx="384048" cy="246888"/>
          </a:xfrm>
          <a:prstGeom prst="chevron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1929384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1552" y="208483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workflow + smoke test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841248" y="3246120"/>
            <a:ext cx="3419856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246120"/>
            <a:ext cx="73152" cy="2542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5584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Officially aligned pieces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05840" y="3639312"/>
            <a:ext cx="3163824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Parameterize connection references.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Generate deployment scripts from the Standard extension if you use the Microsoft scaffolding path.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Separate infrastructure promotion from workflow app promotion.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425696" y="3246120"/>
            <a:ext cx="3401568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25696" y="3246120"/>
            <a:ext cx="73152" cy="2542032"/>
          </a:xfrm>
          <a:prstGeom prst="rect">
            <a:avLst/>
          </a:prstGeom>
          <a:solidFill>
            <a:srgbClr val="00A4B4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335584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CI checks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90288" y="3639312"/>
            <a:ext cx="3145536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Validate JSON.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Check XSD and XSLT are well-formed.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Verify repo structure for required artifacts.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smoke tests after deployment.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991856" y="3246120"/>
            <a:ext cx="3438144" cy="2542032"/>
          </a:xfrm>
          <a:prstGeom prst="roundRect">
            <a:avLst>
              <a:gd name="adj" fmla="val 2158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91856" y="3246120"/>
            <a:ext cx="73152" cy="2542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335584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important policy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156448" y="3639312"/>
            <a:ext cx="3182112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Keep secrets deployment-injected or local-only.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Keep connections.json portable.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Keep sample payloads and expected outputs with the repo so regressions are visible early.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Working Model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goal is stable delivery, these are the rules most likely to reduce churn without giving up the value of Data Mapper.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48256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48256"/>
            <a:ext cx="73152" cy="1371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Data Mapper where it earns its keep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41448"/>
            <a:ext cx="50017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 it for new Standard projects that benefit from visual authoring, local test loops, and versioned transformation assets.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172200" y="2048256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048256"/>
            <a:ext cx="73152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157984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legacy XSLT 1.0 stable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36792" y="2441448"/>
            <a:ext cx="50017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rewrite working maps just to modernize syntax. Migrate only when the workflow and team model clearly benefit.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86384" y="36576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" y="3657600"/>
            <a:ext cx="73152" cy="13716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7673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Standardize the environment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50976" y="4050792"/>
            <a:ext cx="50017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VS Code, the Standard extension, and Functions Core Tools. The June 2026 public issue cluster is enough reason by itself.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657600"/>
            <a:ext cx="73152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37673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design and runtime together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36792" y="4050792"/>
            <a:ext cx="50017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non-trivial mapping change should review .lml, generated .xslt, schema changes, and workflow references together.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86384" y="5724144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F2F7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870448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read: Data Mapper is strongest as a governed transformation layer in Logic Apps Standard, not as a universal replacement for all older XSLT authoring paths.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20624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6634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841248"/>
            <a:ext cx="8183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Trail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core references behind the deck. The companion Markdown files stay beside the deliverables for deeper reading.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03504" y="1755648"/>
            <a:ext cx="10991088" cy="0"/>
          </a:xfrm>
          <a:prstGeom prst="line">
            <a:avLst/>
          </a:prstGeom>
          <a:noFill/>
          <a:ln w="12700">
            <a:solidFill>
              <a:srgbClr val="D6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Microsoft Learn, public Azure GitHub issues, W3C XSLT specs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86384" y="2048256"/>
            <a:ext cx="5230368" cy="360273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048256"/>
            <a:ext cx="73152" cy="36027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companion files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2441448"/>
            <a:ext cx="4974336" cy="3099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research-notes.md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open-issues-and-git-setup-notes.md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team-onboarding-checklist.md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local.settings.sample.json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gitignore.logicapps-standard.txt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0" y="2048256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2FBF6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48256"/>
            <a:ext cx="73152" cy="1691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157984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official docs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82512" y="2441448"/>
            <a:ext cx="495604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maps to transform data in logic app workflows with Visual Studio Code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maps for transform operations to use in workflows created with Azure Logic Apps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DevOps deployment for Standard logic app workflows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17920" y="3941064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FF9EB"/>
          </a:solidFill>
          <a:ln w="12700">
            <a:solidFill>
              <a:srgbClr val="D6E3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7F3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941064"/>
            <a:ext cx="73152" cy="1691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4050792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Standards and issue sources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82512" y="4334256"/>
            <a:ext cx="495604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W3C XSLT 1.0 and XSLT 3.0 specifications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Azure/LogicAppsUX issues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Azure/logicapps issues and releases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86384" y="5760720"/>
            <a:ext cx="10643616" cy="530352"/>
          </a:xfrm>
          <a:prstGeom prst="roundRect">
            <a:avLst>
              <a:gd name="adj" fmla="val 8621"/>
            </a:avLst>
          </a:prstGeom>
          <a:solidFill>
            <a:srgbClr val="EEF6FF"/>
          </a:solidFill>
          <a:ln w="12700">
            <a:solidFill>
              <a:srgbClr val="00A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907024"/>
            <a:ext cx="10351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interactive frontend uses the same findings so the deck and the browser view stay aligned.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Data Mapper Deep Dive</dc:title>
  <dc:subject>Azure Logic Apps Standard Data Mapper deep-dive</dc:subject>
  <dc:creator>OpenAI Codex</dc:creator>
  <cp:lastModifiedBy>OpenAI Codex</cp:lastModifiedBy>
  <cp:revision>1</cp:revision>
  <dcterms:created xsi:type="dcterms:W3CDTF">2026-06-08T16:49:27Z</dcterms:created>
  <dcterms:modified xsi:type="dcterms:W3CDTF">2026-06-08T16:49:27Z</dcterms:modified>
</cp:coreProperties>
</file>